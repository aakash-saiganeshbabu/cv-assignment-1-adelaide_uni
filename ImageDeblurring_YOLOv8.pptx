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Deblurring and Object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Wiener Filter and YOLOv8n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Sai Ganeshbabu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reduces image quality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affects object detection performance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Test whether deblurring improves detection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COCO 2017 + COCOBlur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300-image subset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180 images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60 images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60 images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Deblurring Methods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filtering (used as baseline)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deconvolution (main method)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PSNR and SSIM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Deblurring Results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23.147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AF0FB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Wiener filter slightly improved restoration metrics over Gaussian.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Detection Results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Detections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Confidence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AF0FB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Better restoration metrics did not improve pretrained model detection.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COCO annotations to YOLO format labels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training failed due to incorrect dataset structure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using standard YOLO layout: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images/train, images/val, images/test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labels/train, labels/val, labels/test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Trained-Model Results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Detections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Confidence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Deblurred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EAF0FB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Original images achieved the best detection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filter improved PSNR and SSIM slightly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Deblurred images did not outperform blurred images in detection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images remained the strongest across all metrics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image quality did not directly imply better object detection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deblurring improved image restoration metrics only slightly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 was best on original (un-blurred) images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task evaluation is essential — not just image quality metrics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Explore deep learning-based deblurring methods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Experiment with larger and more diverse datasets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